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110" d="100"/>
          <a:sy n="110" d="100"/>
        </p:scale>
        <p:origin x="57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41B1C4-F984-46EE-0055-37A2BFCCD00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FD0751B-4812-AB40-DC85-BBD0EDB5F9A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F86A96-EB7A-DAAB-5537-ED5DBAA623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9490D9-BC03-4432-ADDE-76CCF6D7CC9F}" type="datetimeFigureOut">
              <a:rPr lang="en-US" smtClean="0"/>
              <a:t>3/26/2025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AC6526-2DAD-2F2A-8EFA-CAD6CC0966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A9449E-D73B-E343-27D8-89D7AB8E47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B370E8-7FCE-489B-951A-2282A6C6DC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49456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58AD29-8EE4-E008-8DB2-74FA322EC3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2B52BE-14EC-B51E-805B-5D4D287956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E349A5-49AF-9163-2239-E6DBB928A9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9490D9-BC03-4432-ADDE-76CCF6D7CC9F}" type="datetimeFigureOut">
              <a:rPr lang="en-US" smtClean="0"/>
              <a:t>3/26/2025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856F2E-7CF2-BE97-E696-CCCD618B7A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5E5172-4BDB-D046-4CEB-F68AB74934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B370E8-7FCE-489B-951A-2282A6C6DC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7892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343B92-CDC8-F2C3-4F24-F32A943D9A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1CAD9E-6DA0-C543-9235-2C0D3A9A89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B6E1F7-BA8F-20FA-2CA1-F56722545C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9490D9-BC03-4432-ADDE-76CCF6D7CC9F}" type="datetimeFigureOut">
              <a:rPr lang="en-US" smtClean="0"/>
              <a:t>3/26/2025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0E30DD-EDB4-BE67-25D5-7DDC432C50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4E6B5B-DDEE-03B5-8EE4-1E04A615AB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B370E8-7FCE-489B-951A-2282A6C6DC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50390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DAFBD1-DA26-5E1A-37C5-318171313A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AA5C56-2589-5F35-B471-C525FD263F4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D9C1A4-ECE4-7EB7-CE04-0848887EF48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9140694-9FD5-133B-B59B-445D3A2AC6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9490D9-BC03-4432-ADDE-76CCF6D7CC9F}" type="datetimeFigureOut">
              <a:rPr lang="en-US" smtClean="0"/>
              <a:t>3/26/2025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7F1E560-9E23-EFB1-42CC-E4D6559F40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94F33D-5F51-FA07-78DC-20B4289639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B370E8-7FCE-489B-951A-2282A6C6DC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77034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BCD245-2818-1C73-965A-73B8196AA7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488DDA-8261-B328-9179-60C6842424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A023477-76FB-3EA0-F171-4BB057A714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4E1CA1D-A560-FBFB-0115-5A92DB9F8B1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5E3AD8D-B853-F30B-4E2D-45CF260AF69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975EA61-EF3D-2370-D525-4A877E4465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9490D9-BC03-4432-ADDE-76CCF6D7CC9F}" type="datetimeFigureOut">
              <a:rPr lang="en-US" smtClean="0"/>
              <a:t>3/26/2025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08A54F2-1CCD-E5B0-2519-05232E4D30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BD4EB19-7586-8853-2992-00D3D0FA19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B370E8-7FCE-489B-951A-2282A6C6DC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9439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20D1F7-DFD4-35A0-5232-168C2B885D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129E8FF-491B-5F77-EC63-3BF9281CFA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9490D9-BC03-4432-ADDE-76CCF6D7CC9F}" type="datetimeFigureOut">
              <a:rPr lang="en-US" smtClean="0"/>
              <a:t>3/26/2025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267BB21-BFD8-E44B-78F5-32BE54E799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A24B5F6-9A90-5385-0945-2D40D4CA66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B370E8-7FCE-489B-951A-2282A6C6DC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69640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3723791-2EF6-713D-D52C-E4A0D9F512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9490D9-BC03-4432-ADDE-76CCF6D7CC9F}" type="datetimeFigureOut">
              <a:rPr lang="en-US" smtClean="0"/>
              <a:t>3/26/2025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B0A0114-A959-1E12-635E-327FB7D9B0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D1DFFC-CE25-3215-9A1B-C4505052BC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B370E8-7FCE-489B-951A-2282A6C6DC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38949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D488FC-5698-3A79-8250-54B7BE134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0959CF-51BA-EA2E-2CB9-632E0AAF4E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43061B1-28C9-388F-EEF0-C88EE832789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170AAFF-CAEB-7414-03D3-884A55BE44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9490D9-BC03-4432-ADDE-76CCF6D7CC9F}" type="datetimeFigureOut">
              <a:rPr lang="en-US" smtClean="0"/>
              <a:t>3/26/2025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D588F96-CC5C-2D07-4E1E-531FDE3E94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71DAF9A-E9EF-3E08-F333-756DC594DA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B370E8-7FCE-489B-951A-2282A6C6DC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38985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B00454-797E-DE91-4D38-17B2138173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DF4A3B2-80FC-9BF8-1DFC-1935FBF2EB2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80712CA-9C3C-1FCF-EE24-D662720619E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1B4B057-D1CC-2640-C792-093413AEBD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9490D9-BC03-4432-ADDE-76CCF6D7CC9F}" type="datetimeFigureOut">
              <a:rPr lang="en-US" smtClean="0"/>
              <a:t>3/26/2025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4823A45-7E9C-7AEF-3147-C53FBD7C29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31832C2-8B94-908F-2C1F-32665AA369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B370E8-7FCE-489B-951A-2282A6C6DC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23887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13CDAE-2D85-CB01-A11F-21AD6CB543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DB9256D-48CB-888C-8CF7-A5F760CC518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9548BE-0336-AABB-6124-8FDF831641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9490D9-BC03-4432-ADDE-76CCF6D7CC9F}" type="datetimeFigureOut">
              <a:rPr lang="en-US" smtClean="0"/>
              <a:t>3/26/2025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350E5E-35B1-FF72-2873-D7D51F4E58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7D11BA-8CAC-341B-A715-4E5D4CFE84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B370E8-7FCE-489B-951A-2282A6C6DC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92406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8CB3D50-377B-FD25-495E-6FF030555A8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744C8A2-8FE8-14F2-BE00-8472308240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F65A48-D236-AFFC-B376-498D6DC9E4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9490D9-BC03-4432-ADDE-76CCF6D7CC9F}" type="datetimeFigureOut">
              <a:rPr lang="en-US" smtClean="0"/>
              <a:t>3/26/2025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11FDB5-BED1-823F-F7C5-7C899BF280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E91CFE-9089-53B7-F68F-E1E56B47A3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B370E8-7FCE-489B-951A-2282A6C6DC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69540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D7F5460-E1CC-ED8A-3912-9D52017370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BA0A75-D2F2-ED49-336F-5E882D203B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DCF7C0-A607-48D2-D7B3-293E5B9512F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D9490D9-BC03-4432-ADDE-76CCF6D7CC9F}" type="datetimeFigureOut">
              <a:rPr lang="en-US" smtClean="0"/>
              <a:t>3/26/2025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C1D50E-BCAC-A028-59A8-50C85DB1F24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30E0BF-6A17-C35D-0C3A-38D8534FBC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1B370E8-7FCE-489B-951A-2282A6C6DC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39280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2.svg"/><Relationship Id="rId18" Type="http://schemas.openxmlformats.org/officeDocument/2006/relationships/image" Target="../media/image17.png"/><Relationship Id="rId26" Type="http://schemas.openxmlformats.org/officeDocument/2006/relationships/image" Target="../media/image25.png"/><Relationship Id="rId39" Type="http://schemas.openxmlformats.org/officeDocument/2006/relationships/image" Target="../media/image38.svg"/><Relationship Id="rId21" Type="http://schemas.openxmlformats.org/officeDocument/2006/relationships/image" Target="../media/image20.svg"/><Relationship Id="rId34" Type="http://schemas.openxmlformats.org/officeDocument/2006/relationships/image" Target="../media/image33.png"/><Relationship Id="rId42" Type="http://schemas.openxmlformats.org/officeDocument/2006/relationships/image" Target="../media/image41.png"/><Relationship Id="rId47" Type="http://schemas.openxmlformats.org/officeDocument/2006/relationships/image" Target="../media/image46.svg"/><Relationship Id="rId50" Type="http://schemas.openxmlformats.org/officeDocument/2006/relationships/image" Target="../media/image49.png"/><Relationship Id="rId55" Type="http://schemas.openxmlformats.org/officeDocument/2006/relationships/image" Target="../media/image54.svg"/><Relationship Id="rId63" Type="http://schemas.openxmlformats.org/officeDocument/2006/relationships/image" Target="../media/image6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29" Type="http://schemas.openxmlformats.org/officeDocument/2006/relationships/image" Target="../media/image28.svg"/><Relationship Id="rId11" Type="http://schemas.openxmlformats.org/officeDocument/2006/relationships/image" Target="../media/image10.svg"/><Relationship Id="rId24" Type="http://schemas.openxmlformats.org/officeDocument/2006/relationships/image" Target="../media/image23.png"/><Relationship Id="rId32" Type="http://schemas.openxmlformats.org/officeDocument/2006/relationships/image" Target="../media/image31.png"/><Relationship Id="rId37" Type="http://schemas.openxmlformats.org/officeDocument/2006/relationships/image" Target="../media/image36.svg"/><Relationship Id="rId40" Type="http://schemas.openxmlformats.org/officeDocument/2006/relationships/image" Target="../media/image39.png"/><Relationship Id="rId45" Type="http://schemas.openxmlformats.org/officeDocument/2006/relationships/image" Target="../media/image44.svg"/><Relationship Id="rId53" Type="http://schemas.openxmlformats.org/officeDocument/2006/relationships/image" Target="../media/image52.svg"/><Relationship Id="rId58" Type="http://schemas.openxmlformats.org/officeDocument/2006/relationships/image" Target="../media/image57.png"/><Relationship Id="rId5" Type="http://schemas.openxmlformats.org/officeDocument/2006/relationships/image" Target="../media/image4.svg"/><Relationship Id="rId61" Type="http://schemas.openxmlformats.org/officeDocument/2006/relationships/image" Target="../media/image60.svg"/><Relationship Id="rId19" Type="http://schemas.openxmlformats.org/officeDocument/2006/relationships/image" Target="../media/image18.svg"/><Relationship Id="rId14" Type="http://schemas.openxmlformats.org/officeDocument/2006/relationships/image" Target="../media/image13.png"/><Relationship Id="rId22" Type="http://schemas.openxmlformats.org/officeDocument/2006/relationships/image" Target="../media/image21.png"/><Relationship Id="rId27" Type="http://schemas.openxmlformats.org/officeDocument/2006/relationships/image" Target="../media/image26.svg"/><Relationship Id="rId30" Type="http://schemas.openxmlformats.org/officeDocument/2006/relationships/image" Target="../media/image29.png"/><Relationship Id="rId35" Type="http://schemas.openxmlformats.org/officeDocument/2006/relationships/image" Target="../media/image34.svg"/><Relationship Id="rId43" Type="http://schemas.openxmlformats.org/officeDocument/2006/relationships/image" Target="../media/image42.svg"/><Relationship Id="rId48" Type="http://schemas.openxmlformats.org/officeDocument/2006/relationships/image" Target="../media/image47.png"/><Relationship Id="rId56" Type="http://schemas.openxmlformats.org/officeDocument/2006/relationships/image" Target="../media/image55.png"/><Relationship Id="rId8" Type="http://schemas.openxmlformats.org/officeDocument/2006/relationships/image" Target="../media/image7.png"/><Relationship Id="rId51" Type="http://schemas.openxmlformats.org/officeDocument/2006/relationships/image" Target="../media/image50.svg"/><Relationship Id="rId3" Type="http://schemas.openxmlformats.org/officeDocument/2006/relationships/image" Target="../media/image2.svg"/><Relationship Id="rId12" Type="http://schemas.openxmlformats.org/officeDocument/2006/relationships/image" Target="../media/image11.png"/><Relationship Id="rId17" Type="http://schemas.openxmlformats.org/officeDocument/2006/relationships/image" Target="../media/image16.svg"/><Relationship Id="rId25" Type="http://schemas.openxmlformats.org/officeDocument/2006/relationships/image" Target="../media/image24.svg"/><Relationship Id="rId33" Type="http://schemas.openxmlformats.org/officeDocument/2006/relationships/image" Target="../media/image32.svg"/><Relationship Id="rId38" Type="http://schemas.openxmlformats.org/officeDocument/2006/relationships/image" Target="../media/image37.png"/><Relationship Id="rId46" Type="http://schemas.openxmlformats.org/officeDocument/2006/relationships/image" Target="../media/image45.png"/><Relationship Id="rId59" Type="http://schemas.openxmlformats.org/officeDocument/2006/relationships/image" Target="../media/image58.svg"/><Relationship Id="rId20" Type="http://schemas.openxmlformats.org/officeDocument/2006/relationships/image" Target="../media/image19.png"/><Relationship Id="rId41" Type="http://schemas.openxmlformats.org/officeDocument/2006/relationships/image" Target="../media/image40.svg"/><Relationship Id="rId54" Type="http://schemas.openxmlformats.org/officeDocument/2006/relationships/image" Target="../media/image53.png"/><Relationship Id="rId62" Type="http://schemas.openxmlformats.org/officeDocument/2006/relationships/image" Target="../media/image6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5" Type="http://schemas.openxmlformats.org/officeDocument/2006/relationships/image" Target="../media/image14.svg"/><Relationship Id="rId23" Type="http://schemas.openxmlformats.org/officeDocument/2006/relationships/image" Target="../media/image22.svg"/><Relationship Id="rId28" Type="http://schemas.openxmlformats.org/officeDocument/2006/relationships/image" Target="../media/image27.png"/><Relationship Id="rId36" Type="http://schemas.openxmlformats.org/officeDocument/2006/relationships/image" Target="../media/image35.png"/><Relationship Id="rId49" Type="http://schemas.openxmlformats.org/officeDocument/2006/relationships/image" Target="../media/image48.svg"/><Relationship Id="rId57" Type="http://schemas.openxmlformats.org/officeDocument/2006/relationships/image" Target="../media/image56.svg"/><Relationship Id="rId10" Type="http://schemas.openxmlformats.org/officeDocument/2006/relationships/image" Target="../media/image9.png"/><Relationship Id="rId31" Type="http://schemas.openxmlformats.org/officeDocument/2006/relationships/image" Target="../media/image30.svg"/><Relationship Id="rId44" Type="http://schemas.openxmlformats.org/officeDocument/2006/relationships/image" Target="../media/image43.png"/><Relationship Id="rId52" Type="http://schemas.openxmlformats.org/officeDocument/2006/relationships/image" Target="../media/image51.png"/><Relationship Id="rId60" Type="http://schemas.openxmlformats.org/officeDocument/2006/relationships/image" Target="../media/image59.pn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 descr="Money with solid fill">
            <a:extLst>
              <a:ext uri="{FF2B5EF4-FFF2-40B4-BE49-F238E27FC236}">
                <a16:creationId xmlns:a16="http://schemas.microsoft.com/office/drawing/2014/main" id="{3E1C2A7B-5838-CBAB-F42B-88230BA5D92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2663" y="455024"/>
            <a:ext cx="914400" cy="914400"/>
          </a:xfrm>
          <a:prstGeom prst="rect">
            <a:avLst/>
          </a:prstGeom>
        </p:spPr>
      </p:pic>
      <p:pic>
        <p:nvPicPr>
          <p:cNvPr id="7" name="Graphic 6" descr="Coins with solid fill">
            <a:extLst>
              <a:ext uri="{FF2B5EF4-FFF2-40B4-BE49-F238E27FC236}">
                <a16:creationId xmlns:a16="http://schemas.microsoft.com/office/drawing/2014/main" id="{74DA4AFC-5DCE-2420-82D4-5BA510473B3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807029" y="455024"/>
            <a:ext cx="914400" cy="914400"/>
          </a:xfrm>
          <a:prstGeom prst="rect">
            <a:avLst/>
          </a:prstGeom>
        </p:spPr>
      </p:pic>
      <p:pic>
        <p:nvPicPr>
          <p:cNvPr id="9" name="Graphic 8" descr="Shopping cart with solid fill">
            <a:extLst>
              <a:ext uri="{FF2B5EF4-FFF2-40B4-BE49-F238E27FC236}">
                <a16:creationId xmlns:a16="http://schemas.microsoft.com/office/drawing/2014/main" id="{EACCF713-ACEA-4472-3923-6DEC74F4B80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991395" y="455024"/>
            <a:ext cx="914400" cy="914400"/>
          </a:xfrm>
          <a:prstGeom prst="rect">
            <a:avLst/>
          </a:prstGeom>
        </p:spPr>
      </p:pic>
      <p:pic>
        <p:nvPicPr>
          <p:cNvPr id="11" name="Graphic 10" descr="Bar graph with upward trend with solid fill">
            <a:extLst>
              <a:ext uri="{FF2B5EF4-FFF2-40B4-BE49-F238E27FC236}">
                <a16:creationId xmlns:a16="http://schemas.microsoft.com/office/drawing/2014/main" id="{F170712D-EDAF-71A1-5737-87C2D996980E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360127" y="1734292"/>
            <a:ext cx="914400" cy="914400"/>
          </a:xfrm>
          <a:prstGeom prst="rect">
            <a:avLst/>
          </a:prstGeom>
        </p:spPr>
      </p:pic>
      <p:pic>
        <p:nvPicPr>
          <p:cNvPr id="13" name="Graphic 12" descr="Checklist with solid fill">
            <a:extLst>
              <a:ext uri="{FF2B5EF4-FFF2-40B4-BE49-F238E27FC236}">
                <a16:creationId xmlns:a16="http://schemas.microsoft.com/office/drawing/2014/main" id="{E2854A95-B0B3-BBAF-7E99-BCB29C76D8ED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4175761" y="1734292"/>
            <a:ext cx="914400" cy="914400"/>
          </a:xfrm>
          <a:prstGeom prst="rect">
            <a:avLst/>
          </a:prstGeom>
        </p:spPr>
      </p:pic>
      <p:pic>
        <p:nvPicPr>
          <p:cNvPr id="15" name="Graphic 14" descr="Clipboard with solid fill">
            <a:extLst>
              <a:ext uri="{FF2B5EF4-FFF2-40B4-BE49-F238E27FC236}">
                <a16:creationId xmlns:a16="http://schemas.microsoft.com/office/drawing/2014/main" id="{B5ACB552-1494-6901-AEBB-DC1094F6965C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2991395" y="1734292"/>
            <a:ext cx="914400" cy="914400"/>
          </a:xfrm>
          <a:prstGeom prst="rect">
            <a:avLst/>
          </a:prstGeom>
        </p:spPr>
      </p:pic>
      <p:pic>
        <p:nvPicPr>
          <p:cNvPr id="17" name="Graphic 16" descr="Upward trend with solid fill">
            <a:extLst>
              <a:ext uri="{FF2B5EF4-FFF2-40B4-BE49-F238E27FC236}">
                <a16:creationId xmlns:a16="http://schemas.microsoft.com/office/drawing/2014/main" id="{0F08F136-C002-395B-4FE2-CDEF4576338B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807029" y="1734292"/>
            <a:ext cx="914400" cy="914400"/>
          </a:xfrm>
          <a:prstGeom prst="rect">
            <a:avLst/>
          </a:prstGeom>
        </p:spPr>
      </p:pic>
      <p:pic>
        <p:nvPicPr>
          <p:cNvPr id="19" name="Graphic 18" descr="Database with solid fill">
            <a:extLst>
              <a:ext uri="{FF2B5EF4-FFF2-40B4-BE49-F238E27FC236}">
                <a16:creationId xmlns:a16="http://schemas.microsoft.com/office/drawing/2014/main" id="{5F7BDEE0-C234-DF78-74C9-D076CE45252D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622663" y="1734292"/>
            <a:ext cx="914400" cy="914400"/>
          </a:xfrm>
          <a:prstGeom prst="rect">
            <a:avLst/>
          </a:prstGeom>
        </p:spPr>
      </p:pic>
      <p:pic>
        <p:nvPicPr>
          <p:cNvPr id="21" name="Graphic 20" descr="Eye with solid fill">
            <a:extLst>
              <a:ext uri="{FF2B5EF4-FFF2-40B4-BE49-F238E27FC236}">
                <a16:creationId xmlns:a16="http://schemas.microsoft.com/office/drawing/2014/main" id="{40C20269-2D06-69CD-4537-5FE45E00908F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10093127" y="455024"/>
            <a:ext cx="914400" cy="914400"/>
          </a:xfrm>
          <a:prstGeom prst="rect">
            <a:avLst/>
          </a:prstGeom>
        </p:spPr>
      </p:pic>
      <p:pic>
        <p:nvPicPr>
          <p:cNvPr id="23" name="Graphic 22" descr="Call center with solid fill">
            <a:extLst>
              <a:ext uri="{FF2B5EF4-FFF2-40B4-BE49-F238E27FC236}">
                <a16:creationId xmlns:a16="http://schemas.microsoft.com/office/drawing/2014/main" id="{F2559975-73FA-80BD-D5BD-8C9C678871C9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8912500" y="455024"/>
            <a:ext cx="914400" cy="914400"/>
          </a:xfrm>
          <a:prstGeom prst="rect">
            <a:avLst/>
          </a:prstGeom>
        </p:spPr>
      </p:pic>
      <p:pic>
        <p:nvPicPr>
          <p:cNvPr id="25" name="Graphic 24" descr="Lightbulb and gear with solid fill">
            <a:extLst>
              <a:ext uri="{FF2B5EF4-FFF2-40B4-BE49-F238E27FC236}">
                <a16:creationId xmlns:a16="http://schemas.microsoft.com/office/drawing/2014/main" id="{C643D913-CEB1-BC22-7C2C-903D3A402DBB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7731873" y="455024"/>
            <a:ext cx="914400" cy="914400"/>
          </a:xfrm>
          <a:prstGeom prst="rect">
            <a:avLst/>
          </a:prstGeom>
        </p:spPr>
      </p:pic>
      <p:pic>
        <p:nvPicPr>
          <p:cNvPr id="27" name="Graphic 26" descr="Lock with solid fill">
            <a:extLst>
              <a:ext uri="{FF2B5EF4-FFF2-40B4-BE49-F238E27FC236}">
                <a16:creationId xmlns:a16="http://schemas.microsoft.com/office/drawing/2014/main" id="{2C11E3A9-2DA1-0704-5559-7858B4C5D99F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6546000" y="455024"/>
            <a:ext cx="914400" cy="914400"/>
          </a:xfrm>
          <a:prstGeom prst="rect">
            <a:avLst/>
          </a:prstGeom>
        </p:spPr>
      </p:pic>
      <p:pic>
        <p:nvPicPr>
          <p:cNvPr id="31" name="Graphic 30" descr="Users with solid fill">
            <a:extLst>
              <a:ext uri="{FF2B5EF4-FFF2-40B4-BE49-F238E27FC236}">
                <a16:creationId xmlns:a16="http://schemas.microsoft.com/office/drawing/2014/main" id="{1F5DC307-75C8-697C-ADFF-858B2EEF3B05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4175761" y="455024"/>
            <a:ext cx="914400" cy="914400"/>
          </a:xfrm>
          <a:prstGeom prst="rect">
            <a:avLst/>
          </a:prstGeom>
        </p:spPr>
      </p:pic>
      <p:pic>
        <p:nvPicPr>
          <p:cNvPr id="33" name="Graphic 32" descr="Daily calendar with solid fill">
            <a:extLst>
              <a:ext uri="{FF2B5EF4-FFF2-40B4-BE49-F238E27FC236}">
                <a16:creationId xmlns:a16="http://schemas.microsoft.com/office/drawing/2014/main" id="{2D0A1084-79A6-E3D6-8681-A554DE0EC5C0}"/>
              </a:ext>
            </a:extLst>
          </p:cNvPr>
          <p:cNvPicPr>
            <a:picLocks noChangeAspect="1"/>
          </p:cNvPicPr>
          <p:nvPr/>
        </p:nvPicPr>
        <p:blipFill>
          <a:blip r:embed="rId28">
            <a:extLs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8912500" y="1713412"/>
            <a:ext cx="914400" cy="914400"/>
          </a:xfrm>
          <a:prstGeom prst="rect">
            <a:avLst/>
          </a:prstGeom>
        </p:spPr>
      </p:pic>
      <p:grpSp>
        <p:nvGrpSpPr>
          <p:cNvPr id="60" name="Group 59">
            <a:extLst>
              <a:ext uri="{FF2B5EF4-FFF2-40B4-BE49-F238E27FC236}">
                <a16:creationId xmlns:a16="http://schemas.microsoft.com/office/drawing/2014/main" id="{CE5A8722-9375-95B7-5951-E6FDDAE33C1C}"/>
              </a:ext>
            </a:extLst>
          </p:cNvPr>
          <p:cNvGrpSpPr/>
          <p:nvPr/>
        </p:nvGrpSpPr>
        <p:grpSpPr>
          <a:xfrm>
            <a:off x="7805059" y="1903912"/>
            <a:ext cx="762000" cy="533400"/>
            <a:chOff x="7805059" y="1903912"/>
            <a:chExt cx="762000" cy="533400"/>
          </a:xfrm>
        </p:grpSpPr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AAF35C09-006D-77BF-5D41-C83BDB911175}"/>
                </a:ext>
              </a:extLst>
            </p:cNvPr>
            <p:cNvSpPr/>
            <p:nvPr/>
          </p:nvSpPr>
          <p:spPr>
            <a:xfrm>
              <a:off x="7805059" y="1903912"/>
              <a:ext cx="476250" cy="428625"/>
            </a:xfrm>
            <a:custGeom>
              <a:avLst/>
              <a:gdLst>
                <a:gd name="connsiteX0" fmla="*/ 323850 w 476250"/>
                <a:gd name="connsiteY0" fmla="*/ 66675 h 428625"/>
                <a:gd name="connsiteX1" fmla="*/ 476250 w 476250"/>
                <a:gd name="connsiteY1" fmla="*/ 66675 h 428625"/>
                <a:gd name="connsiteX2" fmla="*/ 476250 w 476250"/>
                <a:gd name="connsiteY2" fmla="*/ 38100 h 428625"/>
                <a:gd name="connsiteX3" fmla="*/ 438150 w 476250"/>
                <a:gd name="connsiteY3" fmla="*/ 0 h 428625"/>
                <a:gd name="connsiteX4" fmla="*/ 38100 w 476250"/>
                <a:gd name="connsiteY4" fmla="*/ 0 h 428625"/>
                <a:gd name="connsiteX5" fmla="*/ 0 w 476250"/>
                <a:gd name="connsiteY5" fmla="*/ 38100 h 428625"/>
                <a:gd name="connsiteX6" fmla="*/ 0 w 476250"/>
                <a:gd name="connsiteY6" fmla="*/ 295275 h 428625"/>
                <a:gd name="connsiteX7" fmla="*/ 38100 w 476250"/>
                <a:gd name="connsiteY7" fmla="*/ 333375 h 428625"/>
                <a:gd name="connsiteX8" fmla="*/ 95250 w 476250"/>
                <a:gd name="connsiteY8" fmla="*/ 333375 h 428625"/>
                <a:gd name="connsiteX9" fmla="*/ 95250 w 476250"/>
                <a:gd name="connsiteY9" fmla="*/ 428625 h 428625"/>
                <a:gd name="connsiteX10" fmla="*/ 190500 w 476250"/>
                <a:gd name="connsiteY10" fmla="*/ 333375 h 428625"/>
                <a:gd name="connsiteX11" fmla="*/ 247650 w 476250"/>
                <a:gd name="connsiteY11" fmla="*/ 333375 h 428625"/>
                <a:gd name="connsiteX12" fmla="*/ 247650 w 476250"/>
                <a:gd name="connsiteY12" fmla="*/ 142875 h 428625"/>
                <a:gd name="connsiteX13" fmla="*/ 323850 w 476250"/>
                <a:gd name="connsiteY13" fmla="*/ 66675 h 428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476250" h="428625">
                  <a:moveTo>
                    <a:pt x="323850" y="66675"/>
                  </a:moveTo>
                  <a:lnTo>
                    <a:pt x="476250" y="66675"/>
                  </a:lnTo>
                  <a:lnTo>
                    <a:pt x="476250" y="38100"/>
                  </a:lnTo>
                  <a:cubicBezTo>
                    <a:pt x="476250" y="17145"/>
                    <a:pt x="459105" y="0"/>
                    <a:pt x="438150" y="0"/>
                  </a:cubicBezTo>
                  <a:lnTo>
                    <a:pt x="38100" y="0"/>
                  </a:lnTo>
                  <a:cubicBezTo>
                    <a:pt x="17145" y="0"/>
                    <a:pt x="0" y="17145"/>
                    <a:pt x="0" y="38100"/>
                  </a:cubicBezTo>
                  <a:lnTo>
                    <a:pt x="0" y="295275"/>
                  </a:lnTo>
                  <a:cubicBezTo>
                    <a:pt x="0" y="316230"/>
                    <a:pt x="17145" y="333375"/>
                    <a:pt x="38100" y="333375"/>
                  </a:cubicBezTo>
                  <a:lnTo>
                    <a:pt x="95250" y="333375"/>
                  </a:lnTo>
                  <a:lnTo>
                    <a:pt x="95250" y="428625"/>
                  </a:lnTo>
                  <a:lnTo>
                    <a:pt x="190500" y="333375"/>
                  </a:lnTo>
                  <a:lnTo>
                    <a:pt x="247650" y="333375"/>
                  </a:lnTo>
                  <a:lnTo>
                    <a:pt x="247650" y="142875"/>
                  </a:lnTo>
                  <a:cubicBezTo>
                    <a:pt x="247650" y="100965"/>
                    <a:pt x="281940" y="66675"/>
                    <a:pt x="323850" y="66675"/>
                  </a:cubicBezTo>
                  <a:close/>
                </a:path>
              </a:pathLst>
            </a:custGeom>
            <a:solidFill>
              <a:srgbClr val="FF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F3438E8E-8EF2-8A04-E917-D20561B7DFA2}"/>
                </a:ext>
              </a:extLst>
            </p:cNvPr>
            <p:cNvSpPr/>
            <p:nvPr/>
          </p:nvSpPr>
          <p:spPr>
            <a:xfrm>
              <a:off x="8090809" y="2008687"/>
              <a:ext cx="476250" cy="428625"/>
            </a:xfrm>
            <a:custGeom>
              <a:avLst/>
              <a:gdLst>
                <a:gd name="connsiteX0" fmla="*/ 438150 w 476250"/>
                <a:gd name="connsiteY0" fmla="*/ 0 h 428625"/>
                <a:gd name="connsiteX1" fmla="*/ 38100 w 476250"/>
                <a:gd name="connsiteY1" fmla="*/ 0 h 428625"/>
                <a:gd name="connsiteX2" fmla="*/ 0 w 476250"/>
                <a:gd name="connsiteY2" fmla="*/ 38100 h 428625"/>
                <a:gd name="connsiteX3" fmla="*/ 0 w 476250"/>
                <a:gd name="connsiteY3" fmla="*/ 295275 h 428625"/>
                <a:gd name="connsiteX4" fmla="*/ 38100 w 476250"/>
                <a:gd name="connsiteY4" fmla="*/ 333375 h 428625"/>
                <a:gd name="connsiteX5" fmla="*/ 285750 w 476250"/>
                <a:gd name="connsiteY5" fmla="*/ 333375 h 428625"/>
                <a:gd name="connsiteX6" fmla="*/ 381000 w 476250"/>
                <a:gd name="connsiteY6" fmla="*/ 428625 h 428625"/>
                <a:gd name="connsiteX7" fmla="*/ 381000 w 476250"/>
                <a:gd name="connsiteY7" fmla="*/ 333375 h 428625"/>
                <a:gd name="connsiteX8" fmla="*/ 438150 w 476250"/>
                <a:gd name="connsiteY8" fmla="*/ 333375 h 428625"/>
                <a:gd name="connsiteX9" fmla="*/ 476250 w 476250"/>
                <a:gd name="connsiteY9" fmla="*/ 295275 h 428625"/>
                <a:gd name="connsiteX10" fmla="*/ 476250 w 476250"/>
                <a:gd name="connsiteY10" fmla="*/ 38100 h 428625"/>
                <a:gd name="connsiteX11" fmla="*/ 438150 w 476250"/>
                <a:gd name="connsiteY11" fmla="*/ 0 h 428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76250" h="428625">
                  <a:moveTo>
                    <a:pt x="438150" y="0"/>
                  </a:moveTo>
                  <a:lnTo>
                    <a:pt x="38100" y="0"/>
                  </a:lnTo>
                  <a:cubicBezTo>
                    <a:pt x="17145" y="0"/>
                    <a:pt x="0" y="17145"/>
                    <a:pt x="0" y="38100"/>
                  </a:cubicBezTo>
                  <a:lnTo>
                    <a:pt x="0" y="295275"/>
                  </a:lnTo>
                  <a:cubicBezTo>
                    <a:pt x="0" y="316230"/>
                    <a:pt x="17145" y="333375"/>
                    <a:pt x="38100" y="333375"/>
                  </a:cubicBezTo>
                  <a:lnTo>
                    <a:pt x="285750" y="333375"/>
                  </a:lnTo>
                  <a:lnTo>
                    <a:pt x="381000" y="428625"/>
                  </a:lnTo>
                  <a:lnTo>
                    <a:pt x="381000" y="333375"/>
                  </a:lnTo>
                  <a:lnTo>
                    <a:pt x="438150" y="333375"/>
                  </a:lnTo>
                  <a:cubicBezTo>
                    <a:pt x="459105" y="333375"/>
                    <a:pt x="476250" y="316230"/>
                    <a:pt x="476250" y="295275"/>
                  </a:cubicBezTo>
                  <a:lnTo>
                    <a:pt x="476250" y="38100"/>
                  </a:lnTo>
                  <a:cubicBezTo>
                    <a:pt x="476250" y="17145"/>
                    <a:pt x="459105" y="0"/>
                    <a:pt x="438150" y="0"/>
                  </a:cubicBezTo>
                  <a:close/>
                </a:path>
              </a:pathLst>
            </a:custGeom>
            <a:solidFill>
              <a:srgbClr val="FFC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pic>
        <p:nvPicPr>
          <p:cNvPr id="37" name="Graphic 36" descr="Dress with solid fill">
            <a:extLst>
              <a:ext uri="{FF2B5EF4-FFF2-40B4-BE49-F238E27FC236}">
                <a16:creationId xmlns:a16="http://schemas.microsoft.com/office/drawing/2014/main" id="{769D472D-B31B-5C3A-95E4-B494631B1C88}"/>
              </a:ext>
            </a:extLst>
          </p:cNvPr>
          <p:cNvPicPr>
            <a:picLocks noChangeAspect="1"/>
          </p:cNvPicPr>
          <p:nvPr/>
        </p:nvPicPr>
        <p:blipFill>
          <a:blip r:embed="rId30">
            <a:extLst>
              <a:ext uri="{96DAC541-7B7A-43D3-8B79-37D633B846F1}">
                <asvg:svgBlip xmlns:asvg="http://schemas.microsoft.com/office/drawing/2016/SVG/main" r:embed="rId31"/>
              </a:ext>
            </a:extLst>
          </a:blip>
          <a:stretch>
            <a:fillRect/>
          </a:stretch>
        </p:blipFill>
        <p:spPr>
          <a:xfrm>
            <a:off x="6544493" y="1713412"/>
            <a:ext cx="914400" cy="914400"/>
          </a:xfrm>
          <a:prstGeom prst="rect">
            <a:avLst/>
          </a:prstGeom>
        </p:spPr>
      </p:pic>
      <p:pic>
        <p:nvPicPr>
          <p:cNvPr id="39" name="Graphic 38" descr="Bank with solid fill">
            <a:extLst>
              <a:ext uri="{FF2B5EF4-FFF2-40B4-BE49-F238E27FC236}">
                <a16:creationId xmlns:a16="http://schemas.microsoft.com/office/drawing/2014/main" id="{44BCF154-F7C4-01FF-474C-8D5F18143745}"/>
              </a:ext>
            </a:extLst>
          </p:cNvPr>
          <p:cNvPicPr>
            <a:picLocks noChangeAspect="1"/>
          </p:cNvPicPr>
          <p:nvPr/>
        </p:nvPicPr>
        <p:blipFill>
          <a:blip r:embed="rId32">
            <a:extLst>
              <a:ext uri="{96DAC541-7B7A-43D3-8B79-37D633B846F1}">
                <asvg:svgBlip xmlns:asvg="http://schemas.microsoft.com/office/drawing/2016/SVG/main" r:embed="rId33"/>
              </a:ext>
            </a:extLst>
          </a:blip>
          <a:stretch>
            <a:fillRect/>
          </a:stretch>
        </p:blipFill>
        <p:spPr>
          <a:xfrm>
            <a:off x="4175761" y="3013560"/>
            <a:ext cx="914400" cy="914400"/>
          </a:xfrm>
          <a:prstGeom prst="rect">
            <a:avLst/>
          </a:prstGeom>
        </p:spPr>
      </p:pic>
      <p:pic>
        <p:nvPicPr>
          <p:cNvPr id="41" name="Graphic 40" descr="Bar chart with solid fill">
            <a:extLst>
              <a:ext uri="{FF2B5EF4-FFF2-40B4-BE49-F238E27FC236}">
                <a16:creationId xmlns:a16="http://schemas.microsoft.com/office/drawing/2014/main" id="{AF2FB58B-E09A-261D-9528-281DB7E96718}"/>
              </a:ext>
            </a:extLst>
          </p:cNvPr>
          <p:cNvPicPr>
            <a:picLocks noChangeAspect="1"/>
          </p:cNvPicPr>
          <p:nvPr/>
        </p:nvPicPr>
        <p:blipFill>
          <a:blip r:embed="rId34">
            <a:extLst>
              <a:ext uri="{96DAC541-7B7A-43D3-8B79-37D633B846F1}">
                <asvg:svgBlip xmlns:asvg="http://schemas.microsoft.com/office/drawing/2016/SVG/main" r:embed="rId35"/>
              </a:ext>
            </a:extLst>
          </a:blip>
          <a:stretch>
            <a:fillRect/>
          </a:stretch>
        </p:blipFill>
        <p:spPr>
          <a:xfrm>
            <a:off x="2991395" y="3013560"/>
            <a:ext cx="914400" cy="914400"/>
          </a:xfrm>
          <a:prstGeom prst="rect">
            <a:avLst/>
          </a:prstGeom>
        </p:spPr>
      </p:pic>
      <p:pic>
        <p:nvPicPr>
          <p:cNvPr id="43" name="Graphic 42" descr="Books with solid fill">
            <a:extLst>
              <a:ext uri="{FF2B5EF4-FFF2-40B4-BE49-F238E27FC236}">
                <a16:creationId xmlns:a16="http://schemas.microsoft.com/office/drawing/2014/main" id="{1FC1EFC2-70DB-26CF-D7E3-5F9B3AAE341A}"/>
              </a:ext>
            </a:extLst>
          </p:cNvPr>
          <p:cNvPicPr>
            <a:picLocks noChangeAspect="1"/>
          </p:cNvPicPr>
          <p:nvPr/>
        </p:nvPicPr>
        <p:blipFill>
          <a:blip r:embed="rId36">
            <a:extLst>
              <a:ext uri="{96DAC541-7B7A-43D3-8B79-37D633B846F1}">
                <asvg:svgBlip xmlns:asvg="http://schemas.microsoft.com/office/drawing/2016/SVG/main" r:embed="rId37"/>
              </a:ext>
            </a:extLst>
          </a:blip>
          <a:stretch>
            <a:fillRect/>
          </a:stretch>
        </p:blipFill>
        <p:spPr>
          <a:xfrm>
            <a:off x="1807029" y="3013560"/>
            <a:ext cx="914400" cy="914400"/>
          </a:xfrm>
          <a:prstGeom prst="rect">
            <a:avLst/>
          </a:prstGeom>
        </p:spPr>
      </p:pic>
      <p:pic>
        <p:nvPicPr>
          <p:cNvPr id="45" name="Graphic 44" descr="Customer review with solid fill">
            <a:extLst>
              <a:ext uri="{FF2B5EF4-FFF2-40B4-BE49-F238E27FC236}">
                <a16:creationId xmlns:a16="http://schemas.microsoft.com/office/drawing/2014/main" id="{3DFAFD2D-CD2F-0A5C-CC17-012D009BCADD}"/>
              </a:ext>
            </a:extLst>
          </p:cNvPr>
          <p:cNvPicPr>
            <a:picLocks noChangeAspect="1"/>
          </p:cNvPicPr>
          <p:nvPr/>
        </p:nvPicPr>
        <p:blipFill>
          <a:blip r:embed="rId38">
            <a:extLst>
              <a:ext uri="{96DAC541-7B7A-43D3-8B79-37D633B846F1}">
                <asvg:svgBlip xmlns:asvg="http://schemas.microsoft.com/office/drawing/2016/SVG/main" r:embed="rId39"/>
              </a:ext>
            </a:extLst>
          </a:blip>
          <a:stretch>
            <a:fillRect/>
          </a:stretch>
        </p:blipFill>
        <p:spPr>
          <a:xfrm>
            <a:off x="622663" y="3013560"/>
            <a:ext cx="914400" cy="914400"/>
          </a:xfrm>
          <a:prstGeom prst="rect">
            <a:avLst/>
          </a:prstGeom>
        </p:spPr>
      </p:pic>
      <p:pic>
        <p:nvPicPr>
          <p:cNvPr id="47" name="Graphic 46" descr="Employee badge with solid fill">
            <a:extLst>
              <a:ext uri="{FF2B5EF4-FFF2-40B4-BE49-F238E27FC236}">
                <a16:creationId xmlns:a16="http://schemas.microsoft.com/office/drawing/2014/main" id="{74B3DBC3-6267-2374-9D06-82AE820B502A}"/>
              </a:ext>
            </a:extLst>
          </p:cNvPr>
          <p:cNvPicPr>
            <a:picLocks noChangeAspect="1"/>
          </p:cNvPicPr>
          <p:nvPr/>
        </p:nvPicPr>
        <p:blipFill>
          <a:blip r:embed="rId40">
            <a:extLst>
              <a:ext uri="{96DAC541-7B7A-43D3-8B79-37D633B846F1}">
                <asvg:svgBlip xmlns:asvg="http://schemas.microsoft.com/office/drawing/2016/SVG/main" r:embed="rId41"/>
              </a:ext>
            </a:extLst>
          </a:blip>
          <a:stretch>
            <a:fillRect/>
          </a:stretch>
        </p:blipFill>
        <p:spPr>
          <a:xfrm>
            <a:off x="10093127" y="1713412"/>
            <a:ext cx="914400" cy="914400"/>
          </a:xfrm>
          <a:prstGeom prst="rect">
            <a:avLst/>
          </a:prstGeom>
        </p:spPr>
      </p:pic>
      <p:pic>
        <p:nvPicPr>
          <p:cNvPr id="51" name="Graphic 50" descr="Send with solid fill">
            <a:extLst>
              <a:ext uri="{FF2B5EF4-FFF2-40B4-BE49-F238E27FC236}">
                <a16:creationId xmlns:a16="http://schemas.microsoft.com/office/drawing/2014/main" id="{BCEE6CFB-18C2-4B81-3DAA-7CD77FC93C03}"/>
              </a:ext>
            </a:extLst>
          </p:cNvPr>
          <p:cNvPicPr>
            <a:picLocks noChangeAspect="1"/>
          </p:cNvPicPr>
          <p:nvPr/>
        </p:nvPicPr>
        <p:blipFill>
          <a:blip r:embed="rId42">
            <a:extLst>
              <a:ext uri="{96DAC541-7B7A-43D3-8B79-37D633B846F1}">
                <asvg:svgBlip xmlns:asvg="http://schemas.microsoft.com/office/drawing/2016/SVG/main" r:embed="rId43"/>
              </a:ext>
            </a:extLst>
          </a:blip>
          <a:stretch>
            <a:fillRect/>
          </a:stretch>
        </p:blipFill>
        <p:spPr>
          <a:xfrm>
            <a:off x="5360127" y="455024"/>
            <a:ext cx="914400" cy="914400"/>
          </a:xfrm>
          <a:prstGeom prst="rect">
            <a:avLst/>
          </a:prstGeom>
        </p:spPr>
      </p:pic>
      <p:pic>
        <p:nvPicPr>
          <p:cNvPr id="52" name="Graphic 51" descr="Money with solid fill">
            <a:extLst>
              <a:ext uri="{FF2B5EF4-FFF2-40B4-BE49-F238E27FC236}">
                <a16:creationId xmlns:a16="http://schemas.microsoft.com/office/drawing/2014/main" id="{72DFEEAB-2EF0-50C8-3E0F-E563A7501835}"/>
              </a:ext>
            </a:extLst>
          </p:cNvPr>
          <p:cNvPicPr>
            <a:picLocks noChangeAspect="1"/>
          </p:cNvPicPr>
          <p:nvPr/>
        </p:nvPicPr>
        <p:blipFill>
          <a:blip r:embed="rId44">
            <a:extLst>
              <a:ext uri="{96DAC541-7B7A-43D3-8B79-37D633B846F1}">
                <asvg:svgBlip xmlns:asvg="http://schemas.microsoft.com/office/drawing/2016/SVG/main" r:embed="rId45"/>
              </a:ext>
            </a:extLst>
          </a:blip>
          <a:stretch>
            <a:fillRect/>
          </a:stretch>
        </p:blipFill>
        <p:spPr>
          <a:xfrm>
            <a:off x="5360127" y="3013560"/>
            <a:ext cx="914400" cy="914400"/>
          </a:xfrm>
          <a:prstGeom prst="rect">
            <a:avLst/>
          </a:prstGeom>
        </p:spPr>
      </p:pic>
      <p:pic>
        <p:nvPicPr>
          <p:cNvPr id="62" name="Graphic 61" descr="Handshake with solid fill">
            <a:extLst>
              <a:ext uri="{FF2B5EF4-FFF2-40B4-BE49-F238E27FC236}">
                <a16:creationId xmlns:a16="http://schemas.microsoft.com/office/drawing/2014/main" id="{FC97E0C7-6154-2A92-200F-2F2B67819914}"/>
              </a:ext>
            </a:extLst>
          </p:cNvPr>
          <p:cNvPicPr>
            <a:picLocks noChangeAspect="1"/>
          </p:cNvPicPr>
          <p:nvPr/>
        </p:nvPicPr>
        <p:blipFill>
          <a:blip r:embed="rId46">
            <a:extLst>
              <a:ext uri="{96DAC541-7B7A-43D3-8B79-37D633B846F1}">
                <asvg:svgBlip xmlns:asvg="http://schemas.microsoft.com/office/drawing/2016/SVG/main" r:embed="rId47"/>
              </a:ext>
            </a:extLst>
          </a:blip>
          <a:stretch>
            <a:fillRect/>
          </a:stretch>
        </p:blipFill>
        <p:spPr>
          <a:xfrm>
            <a:off x="7746273" y="2971800"/>
            <a:ext cx="914400" cy="914400"/>
          </a:xfrm>
          <a:prstGeom prst="rect">
            <a:avLst/>
          </a:prstGeom>
        </p:spPr>
      </p:pic>
      <p:pic>
        <p:nvPicPr>
          <p:cNvPr id="64" name="Graphic 63" descr="List with solid fill">
            <a:extLst>
              <a:ext uri="{FF2B5EF4-FFF2-40B4-BE49-F238E27FC236}">
                <a16:creationId xmlns:a16="http://schemas.microsoft.com/office/drawing/2014/main" id="{DA6ECF22-D1C5-720F-94C8-C67BEBA57E2A}"/>
              </a:ext>
            </a:extLst>
          </p:cNvPr>
          <p:cNvPicPr>
            <a:picLocks noChangeAspect="1"/>
          </p:cNvPicPr>
          <p:nvPr/>
        </p:nvPicPr>
        <p:blipFill>
          <a:blip r:embed="rId48">
            <a:extLst>
              <a:ext uri="{96DAC541-7B7A-43D3-8B79-37D633B846F1}">
                <asvg:svgBlip xmlns:asvg="http://schemas.microsoft.com/office/drawing/2016/SVG/main" r:embed="rId49"/>
              </a:ext>
            </a:extLst>
          </a:blip>
          <a:stretch>
            <a:fillRect/>
          </a:stretch>
        </p:blipFill>
        <p:spPr>
          <a:xfrm>
            <a:off x="6553200" y="2971800"/>
            <a:ext cx="914400" cy="914400"/>
          </a:xfrm>
          <a:prstGeom prst="rect">
            <a:avLst/>
          </a:prstGeom>
        </p:spPr>
      </p:pic>
      <p:pic>
        <p:nvPicPr>
          <p:cNvPr id="66" name="Graphic 65">
            <a:extLst>
              <a:ext uri="{FF2B5EF4-FFF2-40B4-BE49-F238E27FC236}">
                <a16:creationId xmlns:a16="http://schemas.microsoft.com/office/drawing/2014/main" id="{2C73552B-D281-5616-03A2-3A47765A610F}"/>
              </a:ext>
            </a:extLst>
          </p:cNvPr>
          <p:cNvPicPr>
            <a:picLocks noChangeAspect="1"/>
          </p:cNvPicPr>
          <p:nvPr/>
        </p:nvPicPr>
        <p:blipFill>
          <a:blip r:embed="rId50">
            <a:extLst>
              <a:ext uri="{96DAC541-7B7A-43D3-8B79-37D633B846F1}">
                <asvg:svgBlip xmlns:asvg="http://schemas.microsoft.com/office/drawing/2016/SVG/main" r:embed="rId51"/>
              </a:ext>
            </a:extLst>
          </a:blip>
          <a:stretch>
            <a:fillRect/>
          </a:stretch>
        </p:blipFill>
        <p:spPr>
          <a:xfrm>
            <a:off x="1807029" y="4292828"/>
            <a:ext cx="914400" cy="914400"/>
          </a:xfrm>
          <a:prstGeom prst="rect">
            <a:avLst/>
          </a:prstGeom>
        </p:spPr>
      </p:pic>
      <p:pic>
        <p:nvPicPr>
          <p:cNvPr id="68" name="Graphic 67">
            <a:extLst>
              <a:ext uri="{FF2B5EF4-FFF2-40B4-BE49-F238E27FC236}">
                <a16:creationId xmlns:a16="http://schemas.microsoft.com/office/drawing/2014/main" id="{66999C99-BA33-F471-C4A6-5E0F50FE46E2}"/>
              </a:ext>
            </a:extLst>
          </p:cNvPr>
          <p:cNvPicPr>
            <a:picLocks noChangeAspect="1"/>
          </p:cNvPicPr>
          <p:nvPr/>
        </p:nvPicPr>
        <p:blipFill>
          <a:blip r:embed="rId52">
            <a:extLst>
              <a:ext uri="{96DAC541-7B7A-43D3-8B79-37D633B846F1}">
                <asvg:svgBlip xmlns:asvg="http://schemas.microsoft.com/office/drawing/2016/SVG/main" r:embed="rId53"/>
              </a:ext>
            </a:extLst>
          </a:blip>
          <a:stretch>
            <a:fillRect/>
          </a:stretch>
        </p:blipFill>
        <p:spPr>
          <a:xfrm>
            <a:off x="622663" y="4292828"/>
            <a:ext cx="914400" cy="914400"/>
          </a:xfrm>
          <a:prstGeom prst="rect">
            <a:avLst/>
          </a:prstGeom>
        </p:spPr>
      </p:pic>
      <p:pic>
        <p:nvPicPr>
          <p:cNvPr id="70" name="Graphic 69">
            <a:extLst>
              <a:ext uri="{FF2B5EF4-FFF2-40B4-BE49-F238E27FC236}">
                <a16:creationId xmlns:a16="http://schemas.microsoft.com/office/drawing/2014/main" id="{816F46E9-8A0E-6E28-AA75-0873B26A9FBF}"/>
              </a:ext>
            </a:extLst>
          </p:cNvPr>
          <p:cNvPicPr>
            <a:picLocks noChangeAspect="1"/>
          </p:cNvPicPr>
          <p:nvPr/>
        </p:nvPicPr>
        <p:blipFill>
          <a:blip r:embed="rId54">
            <a:extLst>
              <a:ext uri="{96DAC541-7B7A-43D3-8B79-37D633B846F1}">
                <asvg:svgBlip xmlns:asvg="http://schemas.microsoft.com/office/drawing/2016/SVG/main" r:embed="rId55"/>
              </a:ext>
            </a:extLst>
          </a:blip>
          <a:stretch>
            <a:fillRect/>
          </a:stretch>
        </p:blipFill>
        <p:spPr>
          <a:xfrm>
            <a:off x="10132419" y="3013560"/>
            <a:ext cx="914400" cy="914400"/>
          </a:xfrm>
          <a:prstGeom prst="rect">
            <a:avLst/>
          </a:prstGeom>
        </p:spPr>
      </p:pic>
      <p:pic>
        <p:nvPicPr>
          <p:cNvPr id="72" name="Graphic 71">
            <a:extLst>
              <a:ext uri="{FF2B5EF4-FFF2-40B4-BE49-F238E27FC236}">
                <a16:creationId xmlns:a16="http://schemas.microsoft.com/office/drawing/2014/main" id="{81AB87DD-37BD-8F90-F65B-E1CA9E439A12}"/>
              </a:ext>
            </a:extLst>
          </p:cNvPr>
          <p:cNvPicPr>
            <a:picLocks noChangeAspect="1"/>
          </p:cNvPicPr>
          <p:nvPr/>
        </p:nvPicPr>
        <p:blipFill>
          <a:blip r:embed="rId56">
            <a:extLst>
              <a:ext uri="{96DAC541-7B7A-43D3-8B79-37D633B846F1}">
                <asvg:svgBlip xmlns:asvg="http://schemas.microsoft.com/office/drawing/2016/SVG/main" r:embed="rId57"/>
              </a:ext>
            </a:extLst>
          </a:blip>
          <a:stretch>
            <a:fillRect/>
          </a:stretch>
        </p:blipFill>
        <p:spPr>
          <a:xfrm>
            <a:off x="8939346" y="2971800"/>
            <a:ext cx="914400" cy="914400"/>
          </a:xfrm>
          <a:prstGeom prst="rect">
            <a:avLst/>
          </a:prstGeom>
        </p:spPr>
      </p:pic>
      <p:pic>
        <p:nvPicPr>
          <p:cNvPr id="74" name="Graphic 73">
            <a:extLst>
              <a:ext uri="{FF2B5EF4-FFF2-40B4-BE49-F238E27FC236}">
                <a16:creationId xmlns:a16="http://schemas.microsoft.com/office/drawing/2014/main" id="{219E5D6D-0A32-3F69-769B-2E3BAB10D7AA}"/>
              </a:ext>
            </a:extLst>
          </p:cNvPr>
          <p:cNvPicPr>
            <a:picLocks noChangeAspect="1"/>
          </p:cNvPicPr>
          <p:nvPr/>
        </p:nvPicPr>
        <p:blipFill>
          <a:blip r:embed="rId58">
            <a:extLst>
              <a:ext uri="{96DAC541-7B7A-43D3-8B79-37D633B846F1}">
                <asvg:svgBlip xmlns:asvg="http://schemas.microsoft.com/office/drawing/2016/SVG/main" r:embed="rId59"/>
              </a:ext>
            </a:extLst>
          </a:blip>
          <a:stretch>
            <a:fillRect/>
          </a:stretch>
        </p:blipFill>
        <p:spPr>
          <a:xfrm>
            <a:off x="3018137" y="4292828"/>
            <a:ext cx="914400" cy="914400"/>
          </a:xfrm>
          <a:prstGeom prst="rect">
            <a:avLst/>
          </a:prstGeom>
        </p:spPr>
      </p:pic>
      <p:pic>
        <p:nvPicPr>
          <p:cNvPr id="76" name="Graphic 75">
            <a:extLst>
              <a:ext uri="{FF2B5EF4-FFF2-40B4-BE49-F238E27FC236}">
                <a16:creationId xmlns:a16="http://schemas.microsoft.com/office/drawing/2014/main" id="{5A049293-987A-EA2B-1894-962160C703A6}"/>
              </a:ext>
            </a:extLst>
          </p:cNvPr>
          <p:cNvPicPr>
            <a:picLocks noChangeAspect="1"/>
          </p:cNvPicPr>
          <p:nvPr/>
        </p:nvPicPr>
        <p:blipFill>
          <a:blip r:embed="rId60">
            <a:extLst>
              <a:ext uri="{96DAC541-7B7A-43D3-8B79-37D633B846F1}">
                <asvg:svgBlip xmlns:asvg="http://schemas.microsoft.com/office/drawing/2016/SVG/main" r:embed="rId61"/>
              </a:ext>
            </a:extLst>
          </a:blip>
          <a:stretch>
            <a:fillRect/>
          </a:stretch>
        </p:blipFill>
        <p:spPr>
          <a:xfrm>
            <a:off x="4229245" y="4292828"/>
            <a:ext cx="914400" cy="914400"/>
          </a:xfrm>
          <a:prstGeom prst="rect">
            <a:avLst/>
          </a:prstGeom>
        </p:spPr>
      </p:pic>
      <p:pic>
        <p:nvPicPr>
          <p:cNvPr id="78" name="Graphic 77">
            <a:extLst>
              <a:ext uri="{FF2B5EF4-FFF2-40B4-BE49-F238E27FC236}">
                <a16:creationId xmlns:a16="http://schemas.microsoft.com/office/drawing/2014/main" id="{ED825877-416A-254A-22CE-8B1D619CB7CD}"/>
              </a:ext>
            </a:extLst>
          </p:cNvPr>
          <p:cNvPicPr>
            <a:picLocks noChangeAspect="1"/>
          </p:cNvPicPr>
          <p:nvPr/>
        </p:nvPicPr>
        <p:blipFill>
          <a:blip r:embed="rId62">
            <a:extLst>
              <a:ext uri="{96DAC541-7B7A-43D3-8B79-37D633B846F1}">
                <asvg:svgBlip xmlns:asvg="http://schemas.microsoft.com/office/drawing/2016/SVG/main" r:embed="rId63"/>
              </a:ext>
            </a:extLst>
          </a:blip>
          <a:stretch>
            <a:fillRect/>
          </a:stretch>
        </p:blipFill>
        <p:spPr>
          <a:xfrm>
            <a:off x="5440353" y="4292828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88995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79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Patrik GWET</dc:creator>
  <cp:lastModifiedBy>Patrik GWET</cp:lastModifiedBy>
  <cp:revision>19</cp:revision>
  <dcterms:created xsi:type="dcterms:W3CDTF">2025-03-27T06:08:44Z</dcterms:created>
  <dcterms:modified xsi:type="dcterms:W3CDTF">2025-03-27T07:28:06Z</dcterms:modified>
</cp:coreProperties>
</file>